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200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8:36:58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631 202 24575,'18'0'0,"18"0"0,14 0 0,8 0 0,-2 0 0,5 0-4916,27 0 1,4 0 4170,-17 0 0,0 0 745,3 0 0,1 0 643,3 0 0,1 0-643,0 0 0,0 0 515,-1 0 1,0 0-516,-5 0 0,-1 0 0,-8 0 0,-2 0 0,-5 0 0,0 0 0,-2 0 0,-2 0 0,39 0 0,-21 0 0,-19 0 5684,-19 0-5684,-4 0 1854,-13 0-1854,-3 0 1466,-16 0-1466,-13 0 0,-4 0 0,-5 0 0,2 0 0,-8 0 0,6 0 0,-9 0 0,7 0 0,-5 0 0,-1 0 0,-4 0 0,-1 0 0,0 0 0,0 3 0,-1 0 0,-3 4 0,-4-1 0,-13 1 0,-11 1 0,1-2 0,0 1 0,-5-1 0,1 2 0,-11-2 0,-2-2 0,7 0 0,5 0 0,10 1 0,14-2 0,12-3 0,8 1 0,7-1 0,7 2 0,5 0 0,11 1 0,8-1 0,7-2 0,18 0 0,11 0 0,1 0 0,-3 0 0,-13 0 0,-1 0 0,10 4 0,9 0 0,10 2 0,11 0 0,3 1 0,-1-1 0,-9 2 0,-13-1 0,-10-3 0,-10-1 0,-8-2 0,-5-1 0,-11 0 0,-12 0 0,-11 0 0,-12 0 0,-5 0 0,-7 0 0,-6 0 0,-16 0 0,16 0 0,-11 0 0,23 0 0,2 0 0,3 0 0,4 0 0,3 0 0,2 0 0,3 0 0,-2 0 0,3 0 0,0 0 0,0 0 0,2 0 0,-2 0 0,-2 0 0,1 0 0,0 0 0,3 0 0,1 0 0,0 0 0,1 0 0,0 0 0,0 0 0,1 0 0,-8 0 0,-4 0 0,-7 0 0,-6 0 0,-6 0 0,-17 0 0,-20 0 0,-14 0-511,-4 0 511,0 0 0,10 0 0,4 0 0,15 0 0,18 0 0,13 0 0,12 0 0,8-2 0,8-3 511,6-3-511,2-2 0,2-1 0,3 3 0,3 3 0,11-1 0,0 3 0,20-4 0,4-1 0,9-2 0,7 0 0,16 2 0,-16 4 0,23 2 0,-22 2 0,14 0 0,13-4-1427,7 0 1427,-44 1 0,0 1 0,3 0 0,2 0 0,6 0 0,2 1 0,10-2 0,2 1 0,8-1 0,3 1-1111,5-1 1,1 1 1110,2 1 0,1 0 0,-1 1 0,-1 0 0,-5-1 0,-2 1-631,-7 0 0,-1 0 631,-7 0 0,-2 0-198,-6 0 1,0 0 197,8 0 0,-3 0 0,19 0 1136,2 0-1136,-54 0 2153,-2 0-2153,-8 0 1497,-5 0-1497,-4 0 519,-3 0-519,-1 0 0,1 0 0,0 2 0,5 1 0,0 0 0,1 0 0,2-3 0,10 2 0,-9 0 0,4 2 0,-18-2 0,-10-1 0,-12-1 0,-16 0 0,-42 0 0,8 0 0,-31 0 0,23 0 0,-1 0 0,-11 0-772,-11 0 772,43 0 0,-4 0 0,-25 0 0,-3 0-897,16 0 0,-1 0 897,-27 2 0,-2 0 0,16 2 0,2 0 0,-5 3 0,-1 0 0,3 0 0,2 0 0,3 0 0,2 0 0,9 0 0,2 0 0,3-2 0,1 0 0,3 0 0,5 0 0,-14-1 0,17-3 701,50-1-701,62 0 0,-11 0 0,43 0 0,-14 0 399,-18 0 0,3 0-399,-11 0 0,1 0 0,22-1 0,-1 2 0,-18 0 0,-2 1 0,9 1 0,2 2 0,2 1 0,0 1 0,5 2 0,-1 0 0,-5-1 0,-1-1 0,-1-1 0,-1-1 0,-7-1 0,-3 1-18,37 0 18,-8-1 0,-23 0 0,-14-4 0,-14 0 0,-13 0 1066,-8 0-1066,-10 0 19,-13 0-19,-18 0 0,-18 0 0,-7 0 0,-10-4 0,2 0 0,-4 0 0,-12-3 0,-8 0 0,34 1 0,-3 0 0,-8-3 0,-1 0-733,-4 0 1,-1-1 732,-6 0 0,0 0 0,5 2 0,1 0 0,3 1 0,2-1-353,2 1 0,2 0 353,5 2 0,1 0 0,-7 0 0,3 1 0,-16 0 0,3 4 0,46 0 0,4 0 1411,7 0-1411,0 0 760,2 0-760,0 0 0,-6 0 0,-8 0 0,-12 0 0,-6 0 0,-13 0 0,-13 0 0,-7 0 0,-13 0 0,2 0 0,5 0 0,3 0 0,15 0 0,17 0 0,12 0 0,13 0 0,8 0 0,2 0 0,2 0 0,1 0 0,-1 0 0,-1 0 0,0-2 0,-8-3 0,-12-6 0,-9-5 0,-14-5 0,-5-2 0,-6-1 0,-5-3 0,6 3 0,3 0 0,10 5 0,10 3 0,11 3 0,13 4 0,7 1 0,3 3 0,1 1 0,0 4 0,4 3 0,4 4 0,7 3 0,3 1 0,0 0 0,-2 1 0,-1-1 0,-2 0 0,-3 1 0,2-1 0,-1 1 0,-1-1 0,-1 0 0,-2-1 0,0 0 0,2 0 0,1-1 0,-1 2 0,1 1 0,-2 0 0,1-2 0,3 0 0,2-6 0,-2 1 0,0-5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8:37:04.7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8:37:09.79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2952 237 24575,'-95'0'0,"17"0"0,16 0 0,-2 0 0,7 0 0,-2 0 0,-21 0 0,-3 0 0,-3 0 0,0 0-492,1 0 0,2 0 0,5 0 0,4 0 445,18 0 1,4 0 541,-42 0-495,25 0 0,17 0 0,10 0 0,12 0 0,7 0 983,7 0-400,3 0-583,0 0 0,0 0 0,3-5 0,40-3 0,-12-1 0,37 0 0,-10 6 0,-9 3 0,8 0 0,-16 0 0,-3 0 0,4 0 0,1 0 0,3 0 0,3 0 0,10 0 0,14 0 0,12 0 0,11 0 0,0 0 0,4 0 0,-24 0 0,-1 0-473,31 0 473,-29 0 0,-2 0 0,22 0 0,-32-1 0,2-2 0,-3 0 0,0-1 0,1 0 0,1-1 0,-1-1 0,-1 0 0,40-2 0,-41 4 0,0 2 0,41-2 0,-8 0 0,-7-1 0,-18 1 0,-9 0 0,-11 4 0,-2 0 0,8-3 0,6 0 0,6-4 473,5 0-473,0-1 0,6 0 0,1 3 0,-1 2 0,-1 2 0,2-5 0,-27 4 0,3-4 0,-27 6 0,-1 0 0,-3-2 0,-7-1 0,-28 0 0,3 1 0,-23 1 0,5 1 0,-5 0 0,-4 0 0,-1 0 0,0 0 0,-1 2 0,2 5 0,5 1 0,5-2 0,3 0 0,4-3 0,1 3 0,-18 3 0,-21 6 0,-8 0 0,24-4 0,-2 0 0,-27 8 0,-5 2 0,13-3 0,13 1 0,-3-2 0,9 0 0,6 0 0,10-5 0,10-4 0,8-2 0,10-2 0,36 0 0,-4-2 0,27-2 0,0 0 0,-12 0 0,21 0 0,-20 0 0,0 0 0,-2 0 0,-6 0 0,6 0 0,3 0 0,2 0 0,1 0 0,-3 0 0,-4 0 0,-8 0 0,-6 0 0,-3 0 0,-4-2 0,3-1 0,-7-1 0,4 0 0,-4 1 0,0 0 0,0-2 0,4 2 0,3-1 0,3 2 0,4 1 0,1 1 0,0 0 0,4 0 0,2 0 0,0 0 0,-2-1 0,-4 1 0,0 0 0,-3 0 0,-3 0 0,-4 0 0,-2-1 0,-2 1 0,-1 0 0,-3 2 0,4 1 0,-5 2 0,-32 0 0,2-2 0,-25-1 0,-7-1 0,-25-1 0,17 0 0,-1 0 0,-26 0 0,-1 0 0,8 0-730,-12 0 730,42 0 0,-1 0 0,-1 0 0,1 0 0,0 1 0,0 1 0,-7-1 0,-1 2 0,-4 1 0,-2 0-492,-9 2 0,-2 1 91,-3 0 0,1 1 401,7-1 0,0 1-492,4-1 0,1 0 426,5-1 1,1-1 65,4 0 0,2 0 0,-2 2 0,2-1 0,4 0 0,-1-1 0,-22 3 0,0-1 0,-20 2 114,29-3 0,3-2-114,0 0 983,-3 2-267,4-1 267,4-1-724,5 0-259,6-4 0,7 0 462,8 0-462,7 0 0,7 0 0,4 0 0,2 0 0,2 0 0,3 3 0,-4 0 0,3 0 0,-5-1 0,-8 1 0,-18 1 0,-15 2 0,-23 5 0,-7-1 0,-1 2 0,-2-3 0,14-4 0,4 1 0,14-2 0,14 0 0,11 0 0,11-4 0,2 0 0,4 0 0,1 0 0,1 0 0,1 0 0,0 0 0,-1 0 0,-3 0 0,-3 0 0,0 0 0,2 0 0,-2 0 0,3 0 0,0 0 0,6-3 0,13-12 0,4 1 0,7-16 0,-6 8 0,-2 1 0,-5 1 0,0 3 0,1-2 0,0-3 0,-1-1 0,-2-2 0,1-1 0,-1 0 0,0 0 0,0 0 0,0 4 0,0-6 0,0 12 0,0-5 0,0 11 0,0-2 0,0-1 0,0 1 0,0 0 0,0 1 0,0 1 0,2 2 0,19 2 0,-6 7 0,33 10 0,-20 0 0,12 6 0,-12-6 0,0 0 0,2 1 0,4 1 0,3-2 0,1-3 0,0-4 0,0-3 0,1 0 0,4-1 0,4 0 0,4 0 0,16 0 0,-13 0 0,21 0 0,-33 0 0,5 0 0,-23 0 0,-3 0 0,-5 0 0,-3 0 0,-6 0 0,-49-5 0,11-1 0,-38-3 0,24 0 0,1 4 0,-3 1 0,0 3 0,3 0 0,1 1 0,0 0 0,0 0 0,5 0 0,4 0 0,8-3 0,7 0 0,4 0 0,2 0 0,-1 1 0,1-1 0,3-2 0,1 0 0,2-1 0,1 0 0,-2-3 0,1 3 0,-1-2 0,3 3 0,2-8 0,2 4 0,6-4 0,8 5 0,-1 3 0,3-1 0,0 0 0,-1 3 0,1 1 0,3 1 0,0 1 0,0 0 0,-2 0 0,-1 0 0,-1 0 0,2 0 0,2 0 0,0 0 0,1 0 0,0 0 0,1 0 0,-2 0 0,4 0 0,3 0 0,-5 0 0,4 0 0,-8 0 0,2 0 0,1 0 0,-3 0 0,-1 0 0,-3 0 0,1 0 0,-2 0 0,-3 0 0,-32 0 0,12 0 0,-26 0 0,19 0 0,1 0 0,0 0 0,4 0 0,3 0 0,1 0 0,1 0 0,-2 0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8:37:18.28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563 22 24575,'-63'0'0,"1"0"0,-23 0 0,11 0 0,3 0 0,9 0 0,-25 0 0,57-4 0,2-2 0,29 1 0,32 0 0,-5 5 0,28-1 0,-10 1 0,44 0 0,2 0-492,-18 0 0,5 0 0,2 0 0,5 0 164,-11 0 0,4 0 0,3 0 82,-9 0 0,1 0 0,3 0 0,2 0 0,12 0 0,4 0 0,1 0 0,3 0 49,-11 0 0,1 0 1,2 0-1,1 0 0,1 0 33,-10 0 0,1 0 0,1 0 0,0 0 0,-1 0 0,0 0-33,13 0 0,-1 0 1,-1 0-1,0 0 0,0 0 0,-2 0 0,0 0 1,-1 0-1,0 0 0,-2 0 0,-3 0 0,0 0 1,-1 0-1,-1 0 0,-4 0-49,7 0 0,-4 0 0,-1 0 0,0 0 0,-4 0 0,0 0 0,-1 0 0,-5 0-82,4 0 0,-5 0 0,-3 0 87,11 1 1,-3 1 240,-4 0 0,-4 0 491,-16 0 1,-4 0 491,38 5 0,-23-3 0,-20 0 0,-18 1 0,-14-1 0,-11-1 0,-22-1 0,7-2 0,-12 0 0,12 0 0,-2 0 0,-2 0-489,-4 0-494,0 0 0,-2 0 0,-4 0 0,-2 0 0,-3 0 0,-3 0 0,-2 0 0,-6 0 0,-11 0 0,-8 3 0,-14 1 0,-12 0-484,40 0 0,-3-1 484,-30 0 0,-2 0-492,18 0 0,-1 2 151,-28 1 0,-2 0 341,18-1 0,-1 0-492,-12 1 0,-2 1 0,-5 1 0,0-1 434,31-2 1,0 1-1,1 0 58,-24 3 0,1 1 0,-5 1 0,-1-1 0,3 1 0,1-1 0,3-1 0,2-1-492,5 0 0,4-1 489,13-2 0,3-1 3,4 0 0,3 1 0,-41 3 300,0-1-300,12 3 0,2-2 0,-1 3 0,4-3 0,3 0 983,0 3-691,-3 1-292,0 4 0,-6 1 0,6-1 0,3-3 983,-13 3 0,31-9 0,-10 5-466,38-6 50,2-1-567,7 0 157,4-1-157,3-1 0,4 2 0,39-2 0,-8 0 0,39-1 0,-14-2 0,9 0 0,42 0 0,-19 0 0,7 0-492,12 0 0,4 0 164,-31 0 0,1 0 0,0 0 0,-1 0 0,1 0 0,0 0 0,10 0 0,1 0 0,4 0 238,-12 0 0,3 0 0,1 0 1,1 0-157,6 0 0,1 0 0,1 0 0,-1 0 0,1 0 0,1 0 0,0 0 0,-2 0 0,-5 0 0,-1 0 0,0 0 0,-2 0 6,18 0 1,-2 0 0,-2 0-89,-5 0 0,-1 0 0,-3 0 36,-11 0 1,-2 0 0,-4 0-13,17 2 0,-5 0 304,-11 0 0,-4 1 983,26 1 0,-24 0 0,-34-4 0,-7 0 0,-24 0 0,-32 0 0,6 0 0,-50 0 0,30 0 0,-19 0-382,11 0-601,1 0 0,-8 0 0,-10 0 0,1 0 0,-13 0 0,19 4 0,-2 2 0,18-3 0,-4 2 0,-16 4 0,-9 1 0,7 0 0,8-1 0,1 0 0,-35 3 0,-5 0 0,9-2 0,3-2 0,16-4 0,-1-1 0,-18 2 0,2-2 0,28-2 0,4-2 0,-5 1 0,2 0 0,9 0 0,3 0 0,-35 0 0,25 0 0,18 0 0,1 0 0,3 0 0,-5 0 0,-3 0 0,-7 0 0,-8 0 0,-6 0 0,-7 0 0,1 0 0,0 0 0,-17 0 0,31 0 0,-16 0 0,29 0 0,9 0 0,-5 0 0,14 0 0,2 0 0,-7 3 0,6 1 0,-7 0 0,3-1 0,1-3 0,-3 2 0,-1 1 0,-7 1 0,-2 2 0,-4-2 0,1 0 0,1 2 0,1-2 0,7 0 0,-1-1 0,4-3 0,-22 0 0,13 0 0,-24 0 0,12 0 0,-14 0 0,-3 0 0,-6 0 0,8 0 0,8 0 0,12 0 0,14 0 0,8 0 0,9 0 0,8 0 0,29-18 0,-9 9 0,21-15 0,-16 4 0,-3 5 0,3-5 0,-4 6 0,0-1 0,-1 0 0,-3 0 0,-2 3 0,-1 0 0,0-4 0,1 5 0,3-5 0,-2 6 0,9-3 0,-9 5 0,7-2 0,0 5 0,0 1 0,3 1 0,-5 3 0,0 0 0,-1 0 0,0 0 0,0 0 0,0 0 0,4 0 0,1 0 0,3 0 0,3 0 0,1 0 0,3 0 0,1 0 0,-1 0 0,7 0 0,-10 0 0,5 0 0,-11 0 0,1 0 0,8 0 0,-6 0 0,9 0 0,-3 0 0,2 0 0,2 0 0,-7 0 0,-1 0 0,-4 0 0,-3 0 0,-2 0 0,-2 0 0,0-2 0,-28-10 0,-2 7 0,-25-10 0,-11 10 0,14 2 0,-19 0 0,15 3 0,-2 0 0,2 0 0,9 0 0,6 0 0,6 0 0,4 0 0,-1 0 0,-3 0 0,1 0 0,4 0 0,3 0 0,5 0 0,-1 0 0,1 0 0,3-3 0,1 1 0,2-8 0,3 2 0,6-7 0,1 6 0,9-3 0,-8 6 0,4-2 0,-3 2 0,2 2 0,0-3 0,2 6 0,0-4 0,1 5 0,0-1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8:39:30.10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1380 232 24575,'-82'0'0,"-12"0"0,30 0 0,-2 0 0,5 0 0,-4 0 0,-34 0 0,0 0-492,38 0 0,3 0 0,-18 0 0,4 0 328,1 0 848,12 0-684,20 0 352,12 0-352,10 0 0,5 0 0,43 0 983,-15 0-870,32 0-113,-29 0 0,2 0 0,-1 0 0,1 0 0,1 0 0,0 0 0,6 0 0,1 0 0,5 0 0,0 0 0,0-3 0,4-1 0,0-3 0,0 0 0,-1 0 0,-4 0 0,4 1 0,13-1 0,11 3 0,29 0-492,-34 3 0,3 1 222,11 0 1,3-1 269,11 1 0,3 0-492,5 0 0,-1 0 0,-2 0 0,-2 0 448,-4 0 0,-3 0-247,-8-1 0,-1 1 291,3 0 0,-5 0 0,25 0 0,-2 0 0,-60 0 983,-12 0-654,-17 0 654,-48 0 0,-1 0-804,-31 0-179,23 0 704,3 0-704,0-2 0,-2-2 0,-3-2 0,-1-1 0,3 0 0,0 0 0,0-1 0,1 1 0,-4 3 0,1 1 0,-25 2 0,19 1 0,-20 0 0,19 0 0,-7 0 0,-2 0 0,-4 0 0,-3 0 0,-4 0 0,4 0 0,5 0 0,11 0 0,11 0 0,11 0 0,10 0 0,8 0 0,7 0 0,3 0 0,3-2 0,1 0 0,-1-1 0,0 0 0,-2 2 0,1 1 0,-3 0 0,-4 0 0,-16 0 0,2-3 0,-19 0 0,6-3 0,-9-1 0,-2 0 0,2-3 0,2-1 0,4 0 0,9 1 0,4 0 0,9 3 0,8 0 0,4 3 0,8 1 0,28 0 0,-10 0 0,40 3 0,-30 0 0,16 0 0,-13 0 0,-2 0 0,-2 0 0,0 0 0,-1 0 0,1 0 0,0 0 0,1 0 0,3 0 0,0 0 0,1 0 0,3 2 0,13 2 0,12-1 0,17 4 0,22 2-492,-17 1 0,4 1 29,-10-2 1,3 0 462,-5 0 0,5 0 0,-2-1-492,21 4 0,0-1 164,-18-2 0,2 0 0,2 1 0,3 0 0,2 2 0,1-1 0,3 2 0,1 0 0,0 0 0,6 3 0,0 0 0,0 0 0,0 2 0,-1 0 0,0 1 0,-2-1 0,-1 1 0,0-1 0,0 0 0,0 0 0,-1 0 22,-5-2 0,-1 0 0,-2-1 306,-3 1 0,-1-1 0,-2 0-32,23 4 0,-5 0 32,-20-3 0,-4-1 491,-11-2 1,-4 1 348,39 9-840,-2 1 0,-11-2 0,-19-5 983,-20-4 0,-17-3 0,-15-3 0,-58-3 0,10-1 0,-50-3 0,18 0 0,-11 0 0,-18 0-1475,41 0 0,-4 0 221,-5 0 1,-4 0 270,-18 0 0,-5 0-328,24 0 0,-2 0 0,-2 0 0,-7 0 0,-1 0 0,-1 0 0,-2 0 0,-1 0 0,-4 0 264,10 0 0,-4 0 0,0 0 0,5 0 64,0 0 0,4 0 0,-3 0 0,-19 1 0,-3 0 0,8 1-492,-3 0 0,6 1 128,-1 0 1,1 2-129,9-1 0,3 0 483,8 1 0,2-1 9,8 0 0,2 1 481,3-1 1,2 0-482,-32 4 983,19 0 0,23-1 0,14-3 0,11-1 0,13-3 0,30 0-305,2 0-678,26 0 0,-7 0 0,5 0 0,34-2 0,4-2-492,-17 0 0,7-1 0,6-1 0,4-2 164,-21 3 0,1-1 0,3 0 0,9-1 0,3-1 0,0 1 0,5 0 0,1 1 0,0 0 0,4 0 0,0 0 0,-1 0 0,-2 0 0,-2 0 0,-1 0 0,-8 2 0,-1-1 0,-1 1 0,-6-1 0,-1 0 0,-2-1-111,27-1 0,-3-1 439,-4 2 0,-5 0 491,-16 1 1,-6 0 234,28 1 257,-34 4 0,-22 0 0,-10 0 0,-9-2 0,-10-1 0,-26 0 0,-7-3 0,-19 2-822,-8 0-161,12-1 0,-19 1 0,1 0 0,-22 1-492,34 2 0,-4 1 476,-9 0 0,-2-1 16,-4 1 0,-3 0-492,-5 0 0,-2 0 120,-6 0 1,-1 0 371,-2 0 0,1 0 0,8-1 0,2 1-478,5 0 0,2 0 478,7 0 0,2 0 0,7 0 0,0 0 0,-1 1 0,1 1-317,-44 4 317,11 2 0,7 0 860,18 0-860,17-4 983,16 0-280,15-1 280,44-5-882,1-1 285,33-4-386,-4-6 0,30-4-492,-28 4 0,4-1 57,11 0 1,3-1 434,8 0 0,3-1 0,-26 4 0,0-1 0,2 0-328,2 0 0,1 0 0,-1 0 0,-3 0 0,-1 0 0,0 0 144,27-4 1,-5 1 183,-20 4 0,-4 0 0,-6 3 0,-1 1-226,-1 0 1,0 0 225,-6 1 0,0 1 0,45-3 0,-28 3 983,-17 4-391,-18 1 391,-10 1 0,-12-3 0,-35-4-868,-2 2-115,-24-5 0,14 6 0,-1 0 0,2 1 0,-12 3 0,11 0 0,-1 0 0,10 0 0,3 0 0,-1 0 0,-5 0 0,-2 0 0,-5 0 0,-8 0 0,-6 0 0,-5 0 0,-9 0 0,0 0 0,-30 2 0,30 1 0,-21 0 0,39 3 0,3-2 0,8 0 0,10-1 0,5-2 0,6-1 0,3 0 0,1 0 0,1 0 0,1 0 0,-2 0 0,-4 0 0,-7 0 0,-11 0 0,-19 0 0,-16 3 0,-16 1 0,34-2 0,-2 0-220,1 0 1,0 0 219,-2 0 0,0 0 0,2 1 0,-1-1 0,-14 0 0,1 1 0,16 0 0,-1 1 0,-18-2 0,1 0 0,-11 9 0,15-6 0,22 1 0,27-4 0,0 1 0,3 0 439,3 2-439,0-2 0,1 3 0,0-1 0,-4 0 0,-3 2 0,-6 2 0,-13 3 0,-14 4 0,-19 7 0,-20 3 0,35-11 0,-2 0-322,0-1 0,-1 0 322,0 0 0,1-1 0,2 1 0,-1-1 0,-9 1 0,1-1 0,-23 5 0,-8-3 0,52-12 0,9-1 0,8-2 0,7-2 0,9 0 644,22-11-644,-4 8 0,14-5 0,-14 7 0,1 0 0,1 0 0,20 0 0,-15 3 0,10 0 0,-24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05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659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480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12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34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610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48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37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55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99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30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28/05/26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1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12.png"/><Relationship Id="rId4" Type="http://schemas.openxmlformats.org/officeDocument/2006/relationships/customXml" Target="../ink/ink1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633993" y="2194695"/>
            <a:ext cx="2566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19" y="770513"/>
            <a:ext cx="10613132" cy="608748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D5352A-0743-32A5-BA70-7C837BF34E11}"/>
                  </a:ext>
                </a:extLst>
              </p14:cNvPr>
              <p14:cNvContentPartPr/>
              <p14:nvPr/>
            </p14:nvContentPartPr>
            <p14:xfrm>
              <a:off x="812782" y="910452"/>
              <a:ext cx="1389960" cy="149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D5352A-0743-32A5-BA70-7C837BF34E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4142" y="901812"/>
                <a:ext cx="14076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74DAD2-CA84-3601-7321-230F7805C593}"/>
                  </a:ext>
                </a:extLst>
              </p14:cNvPr>
              <p14:cNvContentPartPr/>
              <p14:nvPr/>
            </p14:nvContentPartPr>
            <p14:xfrm>
              <a:off x="2163142" y="979932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74DAD2-CA84-3601-7321-230F7805C5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00502" y="91693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1A5B356-AE66-876D-76B5-98CC96D5E66E}"/>
                  </a:ext>
                </a:extLst>
              </p14:cNvPr>
              <p14:cNvContentPartPr/>
              <p14:nvPr/>
            </p14:nvContentPartPr>
            <p14:xfrm>
              <a:off x="824302" y="892452"/>
              <a:ext cx="1602360" cy="207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1A5B356-AE66-876D-76B5-98CC96D5E6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1302" y="829452"/>
                <a:ext cx="1728000" cy="33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92A31B-476A-CA94-A34B-C388400A072F}"/>
                  </a:ext>
                </a:extLst>
              </p14:cNvPr>
              <p14:cNvContentPartPr/>
              <p14:nvPr/>
            </p14:nvContentPartPr>
            <p14:xfrm>
              <a:off x="1005022" y="965892"/>
              <a:ext cx="1947600" cy="237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92A31B-476A-CA94-A34B-C388400A07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2382" y="903252"/>
                <a:ext cx="2073240" cy="36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B29B07A-8AD3-F396-D3A3-7586DBCC557D}"/>
                  </a:ext>
                </a:extLst>
              </p14:cNvPr>
              <p14:cNvContentPartPr/>
              <p14:nvPr/>
            </p14:nvContentPartPr>
            <p14:xfrm>
              <a:off x="969742" y="923412"/>
              <a:ext cx="1635840" cy="294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B29B07A-8AD3-F396-D3A3-7586DBCC55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7102" y="860772"/>
                <a:ext cx="1761480" cy="42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</TotalTime>
  <Words>815</Words>
  <Application>Microsoft Macintosh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Harshith Hullakere Siddegowda</cp:lastModifiedBy>
  <cp:revision>17</cp:revision>
  <dcterms:created xsi:type="dcterms:W3CDTF">2023-10-07T01:44:58Z</dcterms:created>
  <dcterms:modified xsi:type="dcterms:W3CDTF">2026-05-28T08:40:46Z</dcterms:modified>
</cp:coreProperties>
</file>